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303" r:id="rId2"/>
    <p:sldId id="518" r:id="rId3"/>
    <p:sldId id="519" r:id="rId4"/>
    <p:sldId id="520" r:id="rId5"/>
    <p:sldId id="521" r:id="rId6"/>
    <p:sldId id="522" r:id="rId7"/>
    <p:sldId id="523" r:id="rId8"/>
    <p:sldId id="524" r:id="rId9"/>
    <p:sldId id="525" r:id="rId10"/>
    <p:sldId id="526" r:id="rId11"/>
    <p:sldId id="527" r:id="rId12"/>
    <p:sldId id="528" r:id="rId13"/>
    <p:sldId id="529" r:id="rId14"/>
    <p:sldId id="530" r:id="rId15"/>
    <p:sldId id="531" r:id="rId16"/>
    <p:sldId id="532" r:id="rId17"/>
    <p:sldId id="533" r:id="rId18"/>
    <p:sldId id="53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>
      <p:cViewPr varScale="1">
        <p:scale>
          <a:sx n="94" d="100"/>
          <a:sy n="94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xmlns="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xmlns="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4">
            <a:extLst>
              <a:ext uri="{FF2B5EF4-FFF2-40B4-BE49-F238E27FC236}">
                <a16:creationId xmlns:a16="http://schemas.microsoft.com/office/drawing/2014/main" xmlns="" id="{A5D3670C-4970-5F47-0262-935066EC8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2861" y="736733"/>
            <a:ext cx="6567247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4400" b="1" dirty="0">
                <a:solidFill>
                  <a:srgbClr val="FF0000"/>
                </a:solidFill>
                <a:latin typeface="Arial"/>
                <a:cs typeface="Arial"/>
              </a:rPr>
              <a:t> </a:t>
            </a:r>
            <a:r>
              <a:rPr lang="en-US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400" b="1" dirty="0">
                <a:latin typeface="Times New Roman"/>
                <a:cs typeface="Times New Roman"/>
              </a:rPr>
              <a:t>Advanced Data Structures</a:t>
            </a:r>
            <a:endParaRPr lang="en-US" altLang="en-US" sz="3600" b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15363" name="TextBox 1">
            <a:extLst>
              <a:ext uri="{FF2B5EF4-FFF2-40B4-BE49-F238E27FC236}">
                <a16:creationId xmlns:a16="http://schemas.microsoft.com/office/drawing/2014/main" xmlns="" id="{7003E925-FC01-D4BC-D62E-11AFE3D9C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374" y="3682218"/>
            <a:ext cx="9800479" cy="996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 – </a:t>
            </a:r>
            <a:r>
              <a:rPr 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K-Way Merging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A26172C-33FC-A93A-7C1B-4A47D2C397A4}"/>
              </a:ext>
            </a:extLst>
          </p:cNvPr>
          <p:cNvSpPr txBox="1"/>
          <p:nvPr/>
        </p:nvSpPr>
        <p:spPr>
          <a:xfrm>
            <a:off x="4245428" y="2220685"/>
            <a:ext cx="449735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Code :- </a:t>
            </a:r>
            <a:r>
              <a:rPr lang="en-IN" sz="3200" b="1" dirty="0"/>
              <a:t> 24CS2255F	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80" y="816429"/>
            <a:ext cx="12118520" cy="528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482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837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338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39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822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86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094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697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254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126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888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064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313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322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498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085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49015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CoE PPT Template (1)</Template>
  <TotalTime>1367</TotalTime>
  <Words>8</Words>
  <Application>Microsoft Office PowerPoint</Application>
  <PresentationFormat>Widescreen</PresentationFormat>
  <Paragraphs>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Gill Sans MT</vt:lpstr>
      <vt:lpstr>Times New Roman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Rk Tata</dc:creator>
  <cp:lastModifiedBy>Arundathi</cp:lastModifiedBy>
  <cp:revision>162</cp:revision>
  <dcterms:created xsi:type="dcterms:W3CDTF">2023-06-07T10:47:45Z</dcterms:created>
  <dcterms:modified xsi:type="dcterms:W3CDTF">2026-01-28T09:13:17Z</dcterms:modified>
</cp:coreProperties>
</file>